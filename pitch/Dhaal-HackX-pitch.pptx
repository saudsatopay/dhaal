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Namaste judges. Everyone in this hall deleted a scam SMS this morning. We built the thing that should have existed before you had to. This is Dhaal — before you pay, one check. [10 sec, move fast]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runs on UPI — 24.5 billion transactions a month. And ₹22,495 crore walked out of Indian pockets last year, mostly NOT through hacking: the victim authorises the payment themselves. That's why bank fraud controls never fire — there is no unauthorised transaction to catch. The protection has to move to the user's hand. [45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box, three doors: paste anything, upload a QR photo — decoded on-device — or just speak the call in Hindi. And Dhaal answers the only question that matters: WHY. Not a black-box score — the exact reasons, in the user's own language, spoken back if they can't read fast under pressure. [40 sec → hand to demo driver]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DRIVER: follow demo/RUNSHEET.md exactly — never improvise inputs. This slide stays up only if the live app cannot (backup video second, narration never stops). Total demo time budget: 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verdict is computed by deterministic scoring over detected signals — parsers, edit-distance, heuristics, a community blocklist. The LLM writes the explanation FROM those signals and carries zero verdict weight: it cannot hallucinate a danger or miss one it detected. Say exactly this sentence. [30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 intel is herd immunity: one grandmother's report in Jaipur protects a student in Jodhpur the same minute — you watched it happen live. And when someone is already a victim, the first hour decides everything: ₹7,130 crore has been saved where people reported fast. Dhaal scripts that hour. Everything on the left half you just saw live; what's mocked says so on the wire. [40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hand complaints straight into 1930/I4C, put the check inside UPI apps as an SDK, license the intel to banks — they reimburse this fraud today, they'd rather prevent it. Free for citizens, forever. Every report, every Indian's shield. Scan the QR — check your own inbox right now. Dhanyavaad. [25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658368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0" y="1847088"/>
            <a:ext cx="121889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ढाल</a:t>
            </a:r>
            <a:endParaRPr lang="en-US" sz="8400" dirty="0"/>
          </a:p>
        </p:txBody>
      </p:sp>
      <p:sp>
        <p:nvSpPr>
          <p:cNvPr id="4" name="Text 2"/>
          <p:cNvSpPr txBox="1"/>
          <p:nvPr/>
        </p:nvSpPr>
        <p:spPr>
          <a:xfrm>
            <a:off x="0" y="331012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C9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H A A 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0" y="3822192"/>
            <a:ext cx="12188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पैसे भेजने से पहले — एक जाँच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0" y="4498848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pay, one check.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0" y="550468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 Satopay  ·  Parva Panchal  ·  Harsh Mishra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276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 HackX 4.0 · Fintech PS #7 — Consumer Protection Against Payment Scams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632764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dhaal-delta.vercel.app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scam arrives faster than any fraud team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75304" cy="1828800"/>
          </a:xfrm>
          <a:prstGeom prst="ROUNDED_RECTANGLE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24.51 B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transactions every month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9806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NPCI · Aug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06824" y="1325880"/>
            <a:ext cx="3575304" cy="1828800"/>
          </a:xfrm>
          <a:prstGeom prst="ROUNDED_RECTANGLE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5424" y="148132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₹22,495 Cr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28600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cyber fraud in 2025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279806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I4C · 28.1 lakh cases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65008" y="1325880"/>
            <a:ext cx="3575304" cy="1828800"/>
          </a:xfrm>
          <a:prstGeom prst="ROUNDED_RECTANGLE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148132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 M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28600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to the 1930 helpline in 2025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79806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one victim every second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91672" cy="1600200"/>
          </a:xfrm>
          <a:prstGeom prst="ROUNDED_RECTANGLE">
            <a:avLst>
              <a:gd name="adj" fmla="val 5143"/>
            </a:avLst>
          </a:prstGeom>
          <a:solidFill>
            <a:srgbClr val="FDECEC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victim presses PAY themselves — so bank-side fraud controls never fire.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315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collect requests · malicious QRs · KYC-expiry SMS · digital-arrest calls — pressure moves the money before doubt arrives.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structurally cannot stop an authorised payment. The shield has to live in the user's hand — before the PAY button.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Dhaal: one check before money moves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212080" cy="4892040"/>
          </a:xfrm>
          <a:prstGeom prst="ROUNDED_RECTANGLE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27048"/>
            <a:ext cx="4754880" cy="960120"/>
          </a:xfrm>
          <a:prstGeom prst="ROUNDED_RECTANGLE">
            <a:avLst>
              <a:gd name="adj" fmla="val 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910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🛑 खतरा · DANGER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031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रुक जाइए — पैसे मत भेजिए · risk 100/100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724912"/>
            <a:ext cx="4754880" cy="713232"/>
          </a:xfrm>
          <a:prstGeom prst="ROUNDED_RECTANGLE">
            <a:avLst>
              <a:gd name="adj" fmla="val 11538"/>
            </a:avLst>
          </a:prstGeom>
          <a:solidFill>
            <a:srgbClr val="F6F8FC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8072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by 43 users — community blocklist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8072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4754880" cy="713232"/>
          </a:xfrm>
          <a:prstGeom prst="ROUNDED_RECTANGLE">
            <a:avLst>
              <a:gd name="adj" fmla="val 11538"/>
            </a:avLst>
          </a:prstGeom>
          <a:solidFill>
            <a:srgbClr val="F6F8FC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64845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Lookalike domain — sbi-kyc-update.xyz imitates sbi.co.in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64845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407408"/>
            <a:ext cx="4754880" cy="713232"/>
          </a:xfrm>
          <a:prstGeom prst="ROUNDED_RECTANGLE">
            <a:avLst>
              <a:gd name="adj" fmla="val 11538"/>
            </a:avLst>
          </a:prstGeom>
          <a:solidFill>
            <a:srgbClr val="F6F8FC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48970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scam script — “KYC expiry” pattern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4897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3492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“यह message असली बैंक से नहीं है — इस link पर कुछ भी न भरें।”  + spoken aloud in Hindi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426464"/>
            <a:ext cx="658368" cy="658368"/>
          </a:xfrm>
          <a:prstGeom prst="OVAL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1371600"/>
            <a:ext cx="8412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3167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anything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SMS, WhatsApp forward, link, UPI ID, phone number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2505456"/>
            <a:ext cx="658368" cy="658368"/>
          </a:xfrm>
          <a:prstGeom prst="OVAL">
            <a:avLst/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80760" y="2450592"/>
            <a:ext cx="8412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3957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photo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7980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decoded on the phone itself — the image never leaves the device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3584448"/>
            <a:ext cx="658368" cy="658368"/>
          </a:xfrm>
          <a:prstGeom prst="OVAL">
            <a:avLst/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80760" y="3529584"/>
            <a:ext cx="8412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474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the call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8770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in, Hindi out — Dhaal speaks the warning back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681728"/>
            <a:ext cx="5468112" cy="1508760"/>
          </a:xfrm>
          <a:prstGeom prst="ROUNDED_RECTANGLE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4846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with the exact reasons — हिंदी + English, signal by signal.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the word “safe” — the honest green state is कोई ज्ञात खतरा नहीं (no KNOWN risk).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the golden path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3575304" cy="1901952"/>
          </a:xfrm>
          <a:prstGeom prst="ROUNDED_RECTANGLE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📩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568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SMS everyone got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4086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KYC-expiry scam → खतरा, lookalike domain exposed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298448"/>
            <a:ext cx="3575304" cy="1901952"/>
          </a:xfrm>
          <a:prstGeom prst="ROUNDED_RECTANGLE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799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928616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19568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QR trap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34086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 COLLECT request — “approve करते ही पैसे कटेंगे”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5008" y="1298448"/>
            <a:ext cx="3575304" cy="1901952"/>
          </a:xfrm>
          <a:prstGeom prst="ROUNDED_RECTANGLE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6176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19568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cry wolf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34086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bank SMS → कोई ज्ञात खतरा नहीं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575304" cy="1901952"/>
          </a:xfrm>
          <a:prstGeom prst="ROUNDED_RECTANGLE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041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both directions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42569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digital-arrest script spoken in Hindi → danger, warning spoken back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06824" y="3383280"/>
            <a:ext cx="3575304" cy="1901952"/>
          </a:xfrm>
          <a:prstGeom prst="ROUNDED_RECTANGLE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07992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928616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507992" y="4041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mode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442569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grandma's risky check → son taps Block → gentle Hindi message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65008" y="3383280"/>
            <a:ext cx="3575304" cy="1901952"/>
          </a:xfrm>
          <a:prstGeom prst="ROUNDED_RECTANGLE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66176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266176" y="4041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flywheel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66176" y="442569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→ verify in /intel → same number instantly DANGER for everyone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486400"/>
            <a:ext cx="11091672" cy="777240"/>
          </a:xfrm>
          <a:prstGeom prst="ROUNDED_RECTANGLE">
            <a:avLst>
              <a:gd name="adj" fmla="val 1058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56052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— the judge's own pocket: “Sir, open your inbox. Forward us any message you suspect.” (fixture fallback rehearsed)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core · AI narration · community memory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286000" cy="1600200"/>
          </a:xfrm>
          <a:prstGeom prst="ROUNDED_RECTANGLE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49961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Next.js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975104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· QR decoded client-side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5234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118104" y="1371600"/>
            <a:ext cx="2011680" cy="1600200"/>
          </a:xfrm>
          <a:prstGeom prst="ROUNDED_RECTANGLE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82696" y="149961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FastAPI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82696" y="1975104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API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4748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13248" y="1371600"/>
            <a:ext cx="4297680" cy="1600200"/>
          </a:xfrm>
          <a:prstGeom prst="ROUNDED_RECTANGLE">
            <a:avLst>
              <a:gd name="adj" fmla="val 514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1499616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ENGINE — code, not AI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048256"/>
            <a:ext cx="3968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collect-vs-pay · lookalike domains · URL heuristics · scam-script patterns · community blocklist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62863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94392" y="1371600"/>
            <a:ext cx="2103120" cy="1600200"/>
          </a:xfrm>
          <a:prstGeom prst="ROUNDED_RECTANGLE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158984" y="1499616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Verdict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158984" y="1975104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sum → खतरा / सावधान / no known risk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3575304" cy="1371600"/>
          </a:xfrm>
          <a:prstGeom prst="ROUNDED_RECTANGLE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456432"/>
            <a:ext cx="548640" cy="548640"/>
          </a:xfrm>
          <a:prstGeom prst="OVAL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40156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78561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the plain-Hindi explanation FROM detected signals only — zero verdict weight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06824" y="3291840"/>
            <a:ext cx="3575304" cy="1371600"/>
          </a:xfrm>
          <a:prstGeom prst="ROUNDED_RECTANGLE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9704" y="3456432"/>
            <a:ext cx="548640" cy="548640"/>
          </a:xfrm>
          <a:prstGeom prst="OVAL">
            <a:avLst/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98264" y="340156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175504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AI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75504" y="378561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 ASR (voice in) + TTS (warning spoken back)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65008" y="3291840"/>
            <a:ext cx="3575304" cy="1371600"/>
          </a:xfrm>
          <a:prstGeom prst="ROUNDED_RECTANGLE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47888" y="3456432"/>
            <a:ext cx="548640" cy="548640"/>
          </a:xfrm>
          <a:prstGeom prst="OVAL">
            <a:avLst/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56448" y="340156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933688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33688" y="378561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· blocklist indicators · guardian links (in-memory fallback)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091672" cy="1188720"/>
          </a:xfrm>
          <a:prstGeom prst="ROUNDED_RECTANGLE">
            <a:avLst>
              <a:gd name="adj" fmla="val 6923"/>
            </a:avLst>
          </a:prstGeom>
          <a:solidFill>
            <a:srgbClr val="E7F6F0"/>
          </a:solidFill>
          <a:ln w="12700">
            <a:solidFill>
              <a:srgbClr val="BFE5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51755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6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can narrate the verdict — it can never change it. No hallucinated DANGER, no silently missed one.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external call (Claude · Sarvam · Atlas) degrades to a deterministic fallback — the demo survives dead venue Wi-Fi.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 makes every Indian's shield stronger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713232" cy="713232"/>
          </a:xfrm>
          <a:prstGeom prst="OVAL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71016"/>
            <a:ext cx="896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27632" y="13441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victim reports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17465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on the verdict card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75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532888"/>
            <a:ext cx="713232" cy="713232"/>
          </a:xfrm>
          <a:prstGeom prst="OVAL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478024"/>
            <a:ext cx="896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551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 verifies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627632" y="2953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/intel console — seconds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282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3739896"/>
            <a:ext cx="713232" cy="713232"/>
          </a:xfrm>
          <a:prstGeom prst="OVAL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685032"/>
            <a:ext cx="896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7581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goes live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627632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· UPI ID · domain · script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4897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946904"/>
            <a:ext cx="713232" cy="713232"/>
          </a:xfrm>
          <a:prstGeom prst="OVAL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892040"/>
            <a:ext cx="896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627632" y="49651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is covered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1627632" y="5367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check anywhere hits it instantly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05332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tonight's demo: 43 reports → your report → 44 — the same scammer instantly flagged on a second phone.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1325880"/>
            <a:ext cx="5239512" cy="2148840"/>
          </a:xfrm>
          <a:prstGeom prst="ROUNDED_RECTANGLE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1481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hour decides recovery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192024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₹7,130 Cr already saved where victims reported fast (I4C reporting system). Dhaal's recovery kit scripts that hour: the 1930 call, the cybercrime.gov.in complaint, the bank letter — copy-ready, in Hindi.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3703320"/>
            <a:ext cx="5239512" cy="2377440"/>
          </a:xfrm>
          <a:prstGeom prst="ROUNDED_RECTANGLE">
            <a:avLst>
              <a:gd name="adj" fmla="val 3462"/>
            </a:avLst>
          </a:prstGeom>
          <a:solidFill>
            <a:srgbClr val="E7F6F0"/>
          </a:solidFill>
          <a:ln w="12700">
            <a:solidFill>
              <a:srgbClr val="BFE5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3858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46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tonight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4315968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signal engine · community flywheel · guardian mode · recovery kit · deployed at dhaal-delta.vercel.app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Degrades honestly: AI narration &amp; voice fall back to templates offline — responses carry mocked: true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present a mocked path as live.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ढाल हर जेब में — a shield in every pocket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75304" cy="1783080"/>
          </a:xfrm>
          <a:prstGeom prst="ROUNDED_RECTANGLE">
            <a:avLst>
              <a:gd name="adj" fmla="val 4615"/>
            </a:avLst>
          </a:prstGeom>
          <a:solidFill>
            <a:srgbClr val="223458"/>
          </a:solidFill>
          <a:ln w="12700">
            <a:solidFill>
              <a:srgbClr val="22345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214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 / I4C hand-off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42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complaint with evidence attached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06824" y="1417320"/>
            <a:ext cx="3575304" cy="1783080"/>
          </a:xfrm>
          <a:prstGeom prst="ROUNDED_RECTANGLE">
            <a:avLst>
              <a:gd name="adj" fmla="val 4615"/>
            </a:avLst>
          </a:prstGeom>
          <a:solidFill>
            <a:srgbClr val="223458"/>
          </a:solidFill>
          <a:ln w="12700">
            <a:solidFill>
              <a:srgbClr val="223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5424" y="1600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1214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inside UPI apps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2542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 runs before the PAY sheet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417320"/>
            <a:ext cx="3575304" cy="1783080"/>
          </a:xfrm>
          <a:prstGeom prst="ROUNDED_RECTANGLE">
            <a:avLst>
              <a:gd name="adj" fmla="val 4615"/>
            </a:avLst>
          </a:prstGeom>
          <a:solidFill>
            <a:srgbClr val="223458"/>
          </a:solidFill>
          <a:ln w="12700">
            <a:solidFill>
              <a:srgbClr val="2234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1600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1214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&amp; fintech API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542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the blocklist + risk engine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every Indian. B2B API for the banks and fintechs who reimburse this fraud anyway.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 report, हर भारतीय की ढाल।</a:t>
            </a:r>
            <a:endParaRPr lang="en-US" sz="3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5257800"/>
            <a:ext cx="1371600" cy="1371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dhaal-delta.vercel.app — scan and check your own inbox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Dhaal (ढाल) — before you pay, one check</dc:title>
  <dc:subject>PptxGenJS Presentation</dc:subject>
  <dc:creator>Team Dhaal</dc:creator>
  <cp:lastModifiedBy>Team Dhaal</cp:lastModifiedBy>
  <cp:revision>1</cp:revision>
  <dcterms:created xsi:type="dcterms:W3CDTF">2026-09-11T10:21:18Z</dcterms:created>
  <dcterms:modified xsi:type="dcterms:W3CDTF">2026-09-11T10:21:18Z</dcterms:modified>
</cp:coreProperties>
</file>