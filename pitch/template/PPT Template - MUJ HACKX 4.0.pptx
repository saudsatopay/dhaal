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49"/>
  </p:normalViewPr>
  <p:slideViewPr>
    <p:cSldViewPr snapToGrid="0">
      <p:cViewPr>
        <p:scale>
          <a:sx n="66" d="100"/>
          <a:sy n="66" d="100"/>
        </p:scale>
        <p:origin x="1483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F6AE2-9F2D-1E35-1A17-9330D9A4E8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CD4CED-B2E2-9308-82C6-2C96D3FD5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B325D-69DC-9BD1-BF18-59A052215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A6429-B682-7368-0C49-55FE8A6B2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2BAA2-4EF4-082B-938E-F8D145911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825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034D2-6D79-0F7B-E11B-8BCDE607B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6C602-AE5E-A506-1502-193A15011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BF264-0796-B7D0-BA2E-C4BB7944D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1E9D7-AE60-76EC-ED31-63946798B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DD6F4-7F7B-B2DE-8B38-228B83524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611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E037D-F7E8-0133-DF5B-82C915EF6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F2A7C-48A9-5561-4A7A-29DB4C7EF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5949F-BBED-5F2A-5345-08547839C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4906C-D454-820B-371A-7FA3CD301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4B578-F956-A703-287F-DAD5567B0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922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94976-71C1-E6EF-9AC1-B25B513E9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45D41-D9E0-0D2B-C98B-9CE1D9C32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3AF9C-6890-6FD2-5118-FF08987A7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2715E-4BFF-F3D0-D4B5-1A1BC83DD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78419-CA20-2DD5-BFC7-FE777BD06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42D54-75E7-9110-0B8D-887636478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78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D7613-3AAE-377F-E75B-EDEEF5AC3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E3F4CF-51AE-15A6-197B-78777EF34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5C9C2-2289-529C-8E42-64B3B2F7A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2ED327-8672-EE87-DEAB-002117C747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3F2CE0-BA71-822E-2F74-0A238B2204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C35BB5-2E4E-FF2A-C447-E79F0BF45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69F78A-FF05-2C55-87FD-7D68109FB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9368D2-BA20-B448-FDF1-1406EC3E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834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BFA3C-1930-6DE4-C04E-FF4BB1364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06B19D-F1B9-07D2-9496-865FDBAF6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8213A-F76D-8794-E8AC-89B1A90E4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AAFB85-DEB8-C1AF-9F47-C8985F637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637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6B8BEA-C1AE-80AC-B788-8DD25751D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5491D7-C3A2-E68F-55F6-F223D1E0D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ABD25-F132-41A4-AB7C-7209595FC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550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42D0C-0531-2101-51E8-CEE00A9CD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F337F-6710-833D-5F90-E9464C8C9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FBB1C6-DF38-7FFC-9397-C41B3957A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2D38B-D6A6-073A-0953-6C7FB7859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EFADE-CE10-201C-E5ED-6F9950BA0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DA0A5-B0F0-B3CB-60D1-0A81355F7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314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AAB85-2021-543B-4E90-53C463874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5E5D7-0EA9-DF0A-5675-8A3C23B890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F3BCAF-D92F-A2C4-5096-DFA5A3BED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12D9B-CCBF-D844-D701-3C1B5B278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16667-DD02-80A7-3B27-60958CBB3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A8CA7-4082-FBBE-C7E9-D9B8A8F91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868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9DDA6-D047-2C1E-7532-DD3105C2D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B99469-A125-A889-44EB-FEB4F2892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03B4B-21DC-2275-D77C-CADA27110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30736-2B74-FE9C-767D-1F4842E1E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B9328-B99E-0F47-FFF1-D4A957103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671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CC601F-F3DD-4421-D2E8-2172AF63A6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F6854D-EBFB-566B-680C-1370F2BEB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58BF2-5FD9-5296-D446-8CF16092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0472D-82D8-DC18-7527-36E98A609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9AA75-8A62-9E2E-CBB3-82566ECBA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74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C29F23-F68F-8298-E976-FD51837B9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9ACC1-F056-B963-FEF8-AFED6944C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9ED91-79C0-F70E-D414-C84BF4EDE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24526-ABC5-5811-DDD9-910D303073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3E01A-8564-F347-D91B-988378C8A6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45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7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7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7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7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7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7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23A69-451B-5C60-D3C3-80EFFDDB8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A25292-07CF-2C34-5DA8-2F8699C7A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EE91AB6-16D9-5270-4B41-454E74A5B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019" y="1186454"/>
            <a:ext cx="7185568" cy="2989077"/>
          </a:xfrm>
          <a:prstGeom prst="rect">
            <a:avLst/>
          </a:prstGeom>
        </p:spPr>
      </p:pic>
      <p:sp>
        <p:nvSpPr>
          <p:cNvPr id="19" name="Subtitle 2">
            <a:extLst>
              <a:ext uri="{FF2B5EF4-FFF2-40B4-BE49-F238E27FC236}">
                <a16:creationId xmlns:a16="http://schemas.microsoft.com/office/drawing/2014/main" id="{39D722F3-6A88-8855-21FC-EFDDBD57D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72758"/>
            <a:ext cx="9144000" cy="1655762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Team Name: [Your Team Name]</a:t>
            </a:r>
          </a:p>
          <a:p>
            <a:r>
              <a:rPr lang="en-US" sz="1800" dirty="0">
                <a:solidFill>
                  <a:schemeClr val="bg1"/>
                </a:solidFill>
              </a:rPr>
              <a:t>Team ID: [Registration ID]</a:t>
            </a:r>
          </a:p>
          <a:p>
            <a:r>
              <a:rPr lang="en-US" sz="1800" dirty="0">
                <a:solidFill>
                  <a:schemeClr val="bg1"/>
                </a:solidFill>
              </a:rPr>
              <a:t>Problem Statement Selected: [PS Title]</a:t>
            </a:r>
          </a:p>
          <a:p>
            <a:r>
              <a:rPr lang="en-US" sz="1800" dirty="0">
                <a:solidFill>
                  <a:schemeClr val="bg1"/>
                </a:solidFill>
              </a:rPr>
              <a:t>Theme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4D76ABC-7E7F-FB75-D63B-7BEE818D88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235" y="209291"/>
            <a:ext cx="2357120" cy="47102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B38EF3-6BB7-0D35-2249-1B253CD463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7367" y="160131"/>
            <a:ext cx="4563964" cy="62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302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41C40-8C7D-63E5-7926-0040126F7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6963EB8-7F4C-0E45-C71F-F815C1A77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158416"/>
            <a:ext cx="2524269" cy="50813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9E11D4D5-F915-BD3F-BCC6-A22137EB3F0E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IDEA / SOLUTION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65BBE8-1472-B476-2F21-FD3EAFABF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680" y="117777"/>
            <a:ext cx="4174440" cy="5667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F8BCF7-7588-9F76-5156-E3621DB338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518" y="141809"/>
            <a:ext cx="1426964" cy="5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704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5401E-A2F9-F68A-C13C-002654EB3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B06D229-9385-3356-27D2-D311E4E93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158416"/>
            <a:ext cx="2524269" cy="50813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F8EAF9B0-D700-6FFD-FA14-C703DA508D50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TECHNICAL APPROACH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5310F7-1D93-0B4B-D470-65F058648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680" y="117777"/>
            <a:ext cx="4174440" cy="5667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AD54A5-EFB4-4AD9-699F-11FADC319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518" y="141809"/>
            <a:ext cx="1426964" cy="5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765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02FBD-CBBD-6E7A-8F99-03C2E2901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B04B77D-A964-8DB6-902A-54E2526D8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158416"/>
            <a:ext cx="2524269" cy="50813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02F223C4-723B-D8FF-2E5F-5046513C4580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USER EXPERIENCE &amp; DESIGN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B7DEE1-657B-AF06-8122-5796D8557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680" y="117777"/>
            <a:ext cx="4174440" cy="5667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699807-7773-E300-C1BA-EC6E6BACB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518" y="141809"/>
            <a:ext cx="1426964" cy="5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693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BE5B1-2A68-3BFA-91DB-CDDDF3460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703AB20-2028-7096-D4C2-A5C2F4DEC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158416"/>
            <a:ext cx="2524269" cy="50813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1EC8439A-6F4E-8345-D2B1-B1AC36D1F2B5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FEASIBILITY AND VIABILITY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BF897E-31FC-0AB8-3A68-2EBDB9376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680" y="117777"/>
            <a:ext cx="4174440" cy="5667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C373A6-492C-D1EA-CCD3-0986CFA63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518" y="141809"/>
            <a:ext cx="1426964" cy="5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695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23439-F0E1-61C1-829E-B369A75ED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32971CA-ACDD-36B0-40C5-99AEF2A9D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158416"/>
            <a:ext cx="2524269" cy="50813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F7738DEC-68AB-76B9-D1EA-AAC0A4CF9E8C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IMPACT AND BENEFITS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1FB5B7-A302-A73D-CE6A-C77517907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680" y="117777"/>
            <a:ext cx="4174440" cy="5667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11AD2A-5452-63AF-EE44-AB470595E5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518" y="141809"/>
            <a:ext cx="1426964" cy="5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938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85737-2B79-DAA5-C0FC-3D3F4D07C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2F3364C-73ED-2B0D-5A27-C037A7892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158416"/>
            <a:ext cx="2524269" cy="50813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4AC60AF1-F5C0-2574-2D97-03A2B872B0BF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BUSINESS MODEL &amp; SUSTAINABILITY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B213A8-0620-9CAC-346A-D9C5510A6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680" y="117777"/>
            <a:ext cx="4174440" cy="5667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5B3C90-BB77-B1F0-3AF6-B609111677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518" y="141809"/>
            <a:ext cx="1426964" cy="5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853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069AF-266D-7202-335D-8DC1EEFB4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A07BF2D-405B-F952-ECBF-F0EA885B9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158416"/>
            <a:ext cx="2524269" cy="50813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2B96996-1E14-27C4-BD54-FE3A5019118B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/>
              <a:t>RESEARCH AND REFERENCES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5AF521-D8E2-B952-887A-E121A4C28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680" y="117777"/>
            <a:ext cx="4174440" cy="5667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D96FF5-44D9-6948-A357-46C1D7C30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518" y="141809"/>
            <a:ext cx="1426964" cy="5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447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47</Words>
  <Application>Microsoft Office PowerPoint</Application>
  <PresentationFormat>Widescreen</PresentationFormat>
  <Paragraphs>11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[BTECH-035-2023-24] ARYAN VERMA</dc:creator>
  <cp:lastModifiedBy>Arindam Sharma</cp:lastModifiedBy>
  <cp:revision>4</cp:revision>
  <dcterms:created xsi:type="dcterms:W3CDTF">2025-10-30T13:49:42Z</dcterms:created>
  <dcterms:modified xsi:type="dcterms:W3CDTF">2026-09-11T11:22:36Z</dcterms:modified>
</cp:coreProperties>
</file>