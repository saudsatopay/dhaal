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49"/>
  </p:normalViewPr>
  <p:slideViewPr>
    <p:cSldViewPr snapToGrid="0">
      <p:cViewPr>
        <p:scale>
          <a:sx n="66" d="100"/>
          <a:sy n="66" d="100"/>
        </p:scale>
        <p:origin x="148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6AE2-9F2D-1E35-1A17-9330D9A4E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D4CED-B2E2-9308-82C6-2C96D3FD5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B325D-69DC-9BD1-BF18-59A05221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6429-B682-7368-0C49-55FE8A6B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BAA2-4EF4-082B-938E-F8D14591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34D2-6D79-0F7B-E11B-8BCDE607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C602-AE5E-A506-1502-193A1501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BF264-0796-B7D0-BA2E-C4BB7944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E9D7-AE60-76EC-ED31-63946798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DD6F4-7F7B-B2DE-8B38-228B8352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1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037D-F7E8-0133-DF5B-82C915EF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F2A7C-48A9-5561-4A7A-29DB4C7E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949F-BBED-5F2A-5345-08547839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4906C-D454-820B-371A-7FA3CD30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4B578-F956-A703-287F-DAD5567B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4976-71C1-E6EF-9AC1-B25B513E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5D41-D9E0-0D2B-C98B-9CE1D9C32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3AF9C-6890-6FD2-5118-FF08987A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2715E-4BFF-F3D0-D4B5-1A1BC83D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8419-CA20-2DD5-BFC7-FE777BD0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42D54-75E7-9110-0B8D-88763647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7613-3AAE-377F-E75B-EDEEF5AC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3F4CF-51AE-15A6-197B-78777EF3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5C9C2-2289-529C-8E42-64B3B2F7A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ED327-8672-EE87-DEAB-002117C74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F2CE0-BA71-822E-2F74-0A238B220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35BB5-2E4E-FF2A-C447-E79F0BF4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9F78A-FF05-2C55-87FD-7D68109F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368D2-BA20-B448-FDF1-1406EC3E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FA3C-1930-6DE4-C04E-FF4BB136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6B19D-F1B9-07D2-9496-865FDBAF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8213A-F76D-8794-E8AC-89B1A90E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AFB85-DEB8-C1AF-9F47-C8985F63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3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B8BEA-C1AE-80AC-B788-8DD25751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491D7-C3A2-E68F-55F6-F223D1E0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ABD25-F132-41A4-AB7C-7209595F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5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2D0C-0531-2101-51E8-CEE00A9C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337F-6710-833D-5F90-E9464C8C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BB1C6-DF38-7FFC-9397-C41B3957A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D38B-D6A6-073A-0953-6C7FB785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FADE-CE10-201C-E5ED-6F9950BA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DA0A5-B0F0-B3CB-60D1-0A81355F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1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AB85-2021-543B-4E90-53C46387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5E5D7-0EA9-DF0A-5675-8A3C23B89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3BCAF-D92F-A2C4-5096-DFA5A3BE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D9B-CCBF-D844-D701-3C1B5B27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16667-DD02-80A7-3B27-60958CBB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A8CA7-4082-FBBE-C7E9-D9B8A8F9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6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DDA6-D047-2C1E-7532-DD3105C2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99469-A125-A889-44EB-FEB4F2892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03B4B-21DC-2275-D77C-CADA2711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30736-2B74-FE9C-767D-1F4842E1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B9328-B99E-0F47-FFF1-D4A95710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7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C601F-F3DD-4421-D2E8-2172AF63A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6854D-EBFB-566B-680C-1370F2BEB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8BF2-5FD9-5296-D446-8CF16092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472D-82D8-DC18-7527-36E98A60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9AA75-8A62-9E2E-CBB3-82566ECB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5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29F23-F68F-8298-E976-FD51837B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9ACC1-F056-B963-FEF8-AFED6944C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9ED91-79C0-F70E-D414-C84BF4ED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24526-ABC5-5811-DDD9-910D3030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3E01A-8564-F347-D91B-988378C8A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4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3A69-451B-5C60-D3C3-80EFFDDB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A25292-07CF-2C34-5DA8-2F8699C7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E91AB6-16D9-5270-4B41-454E74A5B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19" y="1186454"/>
            <a:ext cx="7185568" cy="2989077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39D722F3-6A88-8855-21FC-EFDDBD57D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2758"/>
            <a:ext cx="9144000" cy="1655762"/>
          </a:xfrm>
        </p:spPr>
        <p:txBody>
          <a:bodyPr>
            <a:normAutofit/>
          </a:bodyPr>
          <a:lstStyle/>
          <a:p>
            <a:r>
              <a:rPr lang="en-US" sz="1800" dirty="0" b="1">
                <a:solidFill>
                  <a:srgbClr val="156082"/>
                </a:solidFill>
              </a:rPr>
              <a:t>Dhaal (ढाल) — the pre-payment scam shield for every Indian</a:t>
            </a:r>
          </a:p>
          <a:p>
            <a:r>
              <a:rPr lang="en-US" sz="1800" dirty="0" b="0">
                <a:solidFill>
                  <a:schemeClr val="bg1"/>
                </a:solidFill>
              </a:rPr>
              <a:t>Team Name: [Your Team Name]</a:t>
            </a:r>
          </a:p>
          <a:p>
            <a:r>
              <a:rPr lang="en-US" sz="1800" dirty="0" b="0">
                <a:solidFill>
                  <a:schemeClr val="bg1"/>
                </a:solidFill>
              </a:rPr>
              <a:t>Team ID: [Registration ID]</a:t>
            </a:r>
          </a:p>
          <a:p>
            <a:r>
              <a:rPr lang="en-US" sz="1800" dirty="0" b="0">
                <a:solidFill>
                  <a:schemeClr val="bg1"/>
                </a:solidFill>
              </a:rPr>
              <a:t>Problem Statement Selected: Consumer Protection Against Payment Scams (Fintech PS #7)</a:t>
            </a:r>
          </a:p>
          <a:p>
            <a:r>
              <a:rPr b="0"/>
              <a:t>Theme: Fintech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4D76ABC-7E7F-FB75-D63B-7BEE818D8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35" y="209291"/>
            <a:ext cx="2357120" cy="4710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B38EF3-6BB7-0D35-2249-1B253CD46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7367" y="160131"/>
            <a:ext cx="4563964" cy="62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0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1C40-8C7D-63E5-7926-0040126F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6963EB8-7F4C-0E45-C71F-F815C1A7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E11D4D5-F915-BD3F-BCC6-A22137EB3F0E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IDEA / SOLUTION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5BBE8-1472-B476-2F21-FD3EAFABF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F8BCF7-7588-9F76-5156-E3621DB33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1874519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E2841"/>
                </a:solidFill>
                <a:latin typeface="Calibri"/>
              </a:rPr>
              <a:t>ढाल Dhaal — पैसे भेजने से पहले, एक जाँच। One check before you pay.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Paste any message, link, UPI ID or number — photograph a QR — or just SPEAK the call in Hindi. Dhaal returns a verdict with every reason, in the user's language, and speaks the warning back.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Four surfaces, one shield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जाँच Check — verdict + weighted signals, spoken aloud (Hindi/English toggle) · परिवार की ढाल Guardian — an elderly user's risky payment pings family for a 10-second Allow/Block · धोखों का नक्शा Intel — community reports become everyone's live blocklist · पहला घंटा Recover — 1930 script + cybercrime.gov.in complaint + bank letter, auto-drafted in Hindi.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Why it's different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The verdict is computed by a deterministic rule engine — the AI only explains it and can never change it. Dhaal never says "safe", only "no known risk". Every confirmed report instantly strengthens every other user's shield.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C62828"/>
                </a:solidFill>
                <a:latin typeface="Calibri"/>
              </a:rPr>
              <a:t>Live now: dhaal-delta.vercel.app — judges can check their own inbox during Q&amp;A.</a:t>
            </a:r>
          </a:p>
        </p:txBody>
      </p:sp>
    </p:spTree>
    <p:extLst>
      <p:ext uri="{BB962C8B-B14F-4D97-AF65-F5344CB8AC3E}">
        <p14:creationId xmlns:p14="http://schemas.microsoft.com/office/powerpoint/2010/main" val="187870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401E-A2F9-F68A-C13C-002654EB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B06D229-9385-3356-27D2-D311E4E9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8EAF9B0-D700-6FFD-FA14-C703DA508D5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TECHNICAL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310F7-1D93-0B4B-D470-65F058648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AD54A5-EFB4-4AD9-699F-11FADC319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74519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Stack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Next.js PWA (Vercel) · FastAPI on Vercel Python · MongoDB Atlas (durable community intel) · Claude claude-sonnet-5 (narration only) · Sarvam AI — Saarika ASR + Bulbul TTS (voice in/out) · QR decoded on-device with jsQR.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Deterministic signal engine — the AI has zero verdict weight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UPI collect-vs-pay parser · lookalike-domain detection (token + edit-distance vs official bank/PSP seed list) · 10 scam-script families incl. coercion/extortion, job &amp; loan-fee scams (Hindi + Hinglish + English) · bait-word VPA analysis · community blocklist (human-verified) · urgency/secrecy/fee-demand psychology signals. Score ≥60 → खतरा, ≥30 → सावधान.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Reliability engineering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Every external call (Claude, Sarvam, Atlas) has retry-once + a deterministic fallback — dead venue Wi-Fi degrades prose, never protection. Anything mocked is labelled mocked:true on the wire.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49 automated checks green (26 engine regression incl. adversarial sweep + 23 API contract) · measured live: verdict in ms, p50 5.4s with AI explanation, Hindi ASR 0.6s/clip.</a:t>
            </a:r>
          </a:p>
        </p:txBody>
      </p:sp>
    </p:spTree>
    <p:extLst>
      <p:ext uri="{BB962C8B-B14F-4D97-AF65-F5344CB8AC3E}">
        <p14:creationId xmlns:p14="http://schemas.microsoft.com/office/powerpoint/2010/main" val="382576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2FBD-CBBD-6E7A-8F99-03C2E290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B04B77D-A964-8DB6-902A-54E2526D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2F223C4-723B-D8FF-2E5F-5046513C458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USER EXPERIENCE &amp;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7DEE1-657B-AF06-8122-5796D8557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699807-7773-E300-C1BA-EC6E6BACB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74519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Designed like a public-safety poster, not a SaaS dashboard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Hand-crafted "suraksha poster" identity: ink + saffron hazard language, Anek Devanagari display type, rubber-stamp community count on the verdict card. Danger screams; safety whispers.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Built for the next billion users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Hindi-first with a global हिं/EN toggle (persists across every page and every output, including the spoken warning) · voice in AND voice out for low-literacy users · QR photos decoded on-device — the image never leaves the phone · works on entry-level phones over weak networks.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Dignity by design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Guardian mode shares only the risk summary with a chosen family member — never transactions. Every ward check appears on the guardian's page (risky = decision, clean = quiet note). Honest language everywhere: "no KNOWN risk", never "safe".</a:t>
            </a:r>
          </a:p>
        </p:txBody>
      </p:sp>
    </p:spTree>
    <p:extLst>
      <p:ext uri="{BB962C8B-B14F-4D97-AF65-F5344CB8AC3E}">
        <p14:creationId xmlns:p14="http://schemas.microsoft.com/office/powerpoint/2010/main" val="163169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E5B1-2A68-3BFA-91DB-CDDDF346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703AB20-2028-7096-D4C2-A5C2F4DE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EC8439A-6F4E-8345-D2B1-B1AC36D1F2B5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FEASIBILITY AND VIABILITY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F897E-31FC-0AB8-3A68-2EBDB937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373A6-492C-D1EA-CCD3-0986CFA63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1874519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E2841"/>
                </a:solidFill>
                <a:latin typeface="Calibri"/>
              </a:rPr>
              <a:t>Not a concept — deployed, tested and durable tonight.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Live: dhaal-delta.vercel.app (app) + dhaal-api.vercel.app (API) · MongoDB Atlas holds 450+ verified community reports · guardian pairing, flywheel and the voice loop all work end-to-end on stage hardware.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Engineering feasibility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Entire stack runs on free tiers (Vercel + Atlas M0) — marginal cost per check is a fraction of a paisa (one short Claude narration; the verdict itself is free rule computation). 49 automated checks; an adversarial sweep of unseen scams was fixed pre-demo and folded into regression.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Risks &amp; mitigations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API outage → deterministic fallbacks (the demo survives) · false positives → delivery-vs-request context rules, tested on real bank OTP/debit SMS (score 0) · blocklist poisoning → human moderator verification before any indicator goes live · scale → stateless serverless + Atlas; TTS caching.</a:t>
            </a:r>
          </a:p>
        </p:txBody>
      </p:sp>
    </p:spTree>
    <p:extLst>
      <p:ext uri="{BB962C8B-B14F-4D97-AF65-F5344CB8AC3E}">
        <p14:creationId xmlns:p14="http://schemas.microsoft.com/office/powerpoint/2010/main" val="2708695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3439-F0E1-61C1-829E-B369A75E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32971CA-ACDD-36B0-40C5-99AEF2A9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7738DEC-68AB-76B9-D1EA-AAC0A4CF9E8C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IMPACT AND BENEFITS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FB5B7-A302-A73D-CE6A-C77517907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1AD2A-5452-63AF-EE44-AB470595E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74519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E2841"/>
                </a:solidFill>
                <a:latin typeface="Calibri"/>
              </a:rPr>
              <a:t>₹22,495 crore lost to cyber fraud in 2025 — and the victim pressed PAY themselves.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24.51 billion UPI transactions/month (NPCI, Aug 2026) · 28.1 lakh complaints in 2025 (I4C) · ₹805 crore UPI fraud in FY26 (Parliament) — bank-side controls structurally cannot stop payments the victim authorises.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Dhaal's compounding shield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One report → human verification → instant protection for every user: herd immunity for fraud — a scam burned in Jaipur today cannot work in Jodhpur tomorrow · Guardian mode protects the most-targeted group, the elderly · The recovery kit puts the golden hour in every pocket: fast 1930 reporting has already saved ₹7,130+ crore nationally.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Who benefits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Every Indian with a phone (free forever) · families of elderly users · banks &amp; UPI apps (fewer reimbursements) · police cyber cells (structured, early reports).</a:t>
            </a:r>
          </a:p>
        </p:txBody>
      </p:sp>
    </p:spTree>
    <p:extLst>
      <p:ext uri="{BB962C8B-B14F-4D97-AF65-F5344CB8AC3E}">
        <p14:creationId xmlns:p14="http://schemas.microsoft.com/office/powerpoint/2010/main" val="387093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737-2B79-DAA5-C0FC-3D3F4D07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2F3364C-73ED-2B0D-5A27-C037A789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AC60AF1-F5C0-2574-2D97-03A2B872B0BF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BUSINESS MODEL &amp; SUSTAINABILITY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213A8-0620-9CAC-346A-D9C5510A6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5B3C90-BB77-B1F0-3AF6-B60911167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74519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Citizens: free forever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The consumer shield stays free — protection this fundamental must not be paywalled. Cost per user is negligible by construction (deterministic engine, free-tier infra).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Revenue: the institutions that bear today's fraud cost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Risk-API + verified-blocklist licensing to banks, fintechs and UPI apps (they reimburse this fraud today; prevention is cheaper) · a pre-payment check SDK inside UPI apps — the check runs before the PAY button renders · deployment partnerships: state cyber cells &amp; the CSC network (assisted mode).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Sustainability &amp; moat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The community blocklist compounds with every user — a network effect no new entrant starts with · Roadmap: one-tap 1930/I4C hand-off, 10+ Indic languages via the same Sarvam pipeline (single parameter), auto-verify thresholds for moderation at scale.</a:t>
            </a:r>
          </a:p>
        </p:txBody>
      </p:sp>
    </p:spTree>
    <p:extLst>
      <p:ext uri="{BB962C8B-B14F-4D97-AF65-F5344CB8AC3E}">
        <p14:creationId xmlns:p14="http://schemas.microsoft.com/office/powerpoint/2010/main" val="314885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69AF-266D-7202-335D-8DC1EEFB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A07BF2D-405B-F952-ECBF-F0EA885B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2B96996-1E14-27C4-BD54-FE3A5019118B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RESEARCH AND 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AF521-D8E2-B952-887A-E121A4C2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D96FF5-44D9-6948-A357-46C1D7C30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74519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Data sources (verified 11 Sep 2026)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NPCI monthly UPI statistics — 24.51B transactions / ₹29.82 lakh crore, Aug 2026 · I4C (MHA): ₹22,495 crore lost, 28.1 lakh complaints, 2025; 32.4M calls to 1930 · Ministry of Finance, Rajya Sabha reply: ₹805 crore UPI fraud, 10.64 lakh incidents, FY26 (to Nov) · PIB/MHA: ₹7,130+ crore saved via CFCFRMS (1930) early reporting · RBI guidelines on unauthorised-transaction liability.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Domain research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Scam-script corpus built from I4C advisories &amp; documented fraud patterns: digital arrest, KYC-expiry, collect-request refund bait, OLX/army advance, job-task &amp; loan-fee scams, electricity disconnection · UPI deep-link (upi://) collect-vs-pay semantics · NPCI PSP handle registry for VPA verification.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56082"/>
                </a:solidFill>
                <a:latin typeface="Calibri"/>
              </a:rPr>
              <a:t>Build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E2841"/>
                </a:solidFill>
                <a:latin typeface="Calibri"/>
              </a:rPr>
              <a:t>Live app: dhaal-delta.vercel.app · API: dhaal-api.vercel.app · Repository: github.com/SaudSatopay/MUJ-HACKX (49 automated checks, full docs &amp; contracts) · Sponsor tech used in production: Sarvam AI (Saarika ASR + Bulbul TTS), MongoDB Atlas.</a:t>
            </a:r>
          </a:p>
        </p:txBody>
      </p:sp>
    </p:spTree>
    <p:extLst>
      <p:ext uri="{BB962C8B-B14F-4D97-AF65-F5344CB8AC3E}">
        <p14:creationId xmlns:p14="http://schemas.microsoft.com/office/powerpoint/2010/main" val="779447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47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[BTECH-035-2023-24] ARYAN VERMA</dc:creator>
  <cp:lastModifiedBy>Arindam Sharma</cp:lastModifiedBy>
  <cp:revision>4</cp:revision>
  <dcterms:created xsi:type="dcterms:W3CDTF">2025-10-30T13:49:42Z</dcterms:created>
  <dcterms:modified xsi:type="dcterms:W3CDTF">2026-09-11T11:22:36Z</dcterms:modified>
</cp:coreProperties>
</file>